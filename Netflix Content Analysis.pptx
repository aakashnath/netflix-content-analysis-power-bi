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91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2.png"/><Relationship Id="rId3" Type="http://schemas.openxmlformats.org/officeDocument/2006/relationships/image" Target="../media/image3.png"/><Relationship Id="rId7" Type="http://schemas.openxmlformats.org/officeDocument/2006/relationships/image" Target="../media/image12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8.pn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3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ig_N_transparent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452360" y="-502920"/>
            <a:ext cx="5532120" cy="6611112"/>
          </a:xfrm>
          <a:prstGeom prst="rect">
            <a:avLst/>
          </a:prstGeom>
        </p:spPr>
      </p:pic>
      <p:pic>
        <p:nvPicPr>
          <p:cNvPr id="3" name="Image 1" descr="/home/claude/work/netflix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"/>
            <a:ext cx="960120" cy="25694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1691640"/>
            <a:ext cx="7315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2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NETFLIX</a:t>
            </a:r>
            <a:endParaRPr lang="en-US" sz="5600" dirty="0"/>
          </a:p>
        </p:txBody>
      </p:sp>
      <p:sp>
        <p:nvSpPr>
          <p:cNvPr id="5" name="Text 1"/>
          <p:cNvSpPr/>
          <p:nvPr/>
        </p:nvSpPr>
        <p:spPr>
          <a:xfrm>
            <a:off x="594360" y="2450592"/>
            <a:ext cx="8686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1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ANALYSIS</a:t>
            </a:r>
            <a:endParaRPr lang="en-US" sz="5600" dirty="0"/>
          </a:p>
        </p:txBody>
      </p:sp>
      <p:sp>
        <p:nvSpPr>
          <p:cNvPr id="6" name="Text 2"/>
          <p:cNvSpPr/>
          <p:nvPr/>
        </p:nvSpPr>
        <p:spPr>
          <a:xfrm>
            <a:off x="621792" y="340156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smtClean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  P O W E R   B I   P R O J E C T</a:t>
            </a:r>
            <a:endParaRPr lang="en-US" sz="1600" dirty="0"/>
          </a:p>
        </p:txBody>
      </p:sp>
      <p:sp>
        <p:nvSpPr>
          <p:cNvPr id="7" name="Shape 3"/>
          <p:cNvSpPr/>
          <p:nvPr/>
        </p:nvSpPr>
        <p:spPr>
          <a:xfrm>
            <a:off x="594360" y="3977640"/>
            <a:ext cx="1874520" cy="530352"/>
          </a:xfrm>
          <a:prstGeom prst="roundRect">
            <a:avLst>
              <a:gd name="adj" fmla="val 10345"/>
            </a:avLst>
          </a:prstGeom>
          <a:solidFill>
            <a:srgbClr val="E50914"/>
          </a:solidFill>
          <a:ln/>
        </p:spPr>
      </p:sp>
      <p:sp>
        <p:nvSpPr>
          <p:cNvPr id="8" name="Text 4"/>
          <p:cNvSpPr/>
          <p:nvPr/>
        </p:nvSpPr>
        <p:spPr>
          <a:xfrm>
            <a:off x="594360" y="3977640"/>
            <a:ext cx="1874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▶  </a:t>
            </a:r>
            <a:r>
              <a:rPr lang="en-US" sz="1300" b="1" dirty="0" smtClean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EXPLORE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2606040" y="3977640"/>
            <a:ext cx="1691640" cy="530352"/>
          </a:xfrm>
          <a:prstGeom prst="roundRect">
            <a:avLst>
              <a:gd name="adj" fmla="val 10345"/>
            </a:avLst>
          </a:prstGeom>
          <a:ln w="1587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606040" y="3977640"/>
            <a:ext cx="1691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</a:t>
            </a:r>
            <a:r>
              <a:rPr lang="en-US" sz="1300" b="1" dirty="0" smtClean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INSIGHTS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21792" y="5257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chemeClr val="bg1">
                    <a:lumMod val="65000"/>
                  </a:schemeClr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</a:t>
            </a:r>
            <a:endParaRPr lang="en-US" sz="1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2" name="Text 8"/>
          <p:cNvSpPr/>
          <p:nvPr/>
        </p:nvSpPr>
        <p:spPr>
          <a:xfrm>
            <a:off x="594360" y="558241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 smtClean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Aakash </a:t>
            </a:r>
            <a:r>
              <a:rPr lang="en-US" sz="2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Nath</a:t>
            </a:r>
            <a:endParaRPr lang="en-US" sz="2200" dirty="0"/>
          </a:p>
        </p:txBody>
      </p:sp>
      <p:sp>
        <p:nvSpPr>
          <p:cNvPr id="15" name="Shape 1"/>
          <p:cNvSpPr/>
          <p:nvPr/>
        </p:nvSpPr>
        <p:spPr>
          <a:xfrm rot="16200000">
            <a:off x="578916" y="5713727"/>
            <a:ext cx="327945" cy="45721"/>
          </a:xfrm>
          <a:prstGeom prst="rect">
            <a:avLst/>
          </a:prstGeom>
          <a:solidFill>
            <a:srgbClr val="E50914"/>
          </a:solidFill>
          <a:ln/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N_watermark_blurr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778240" y="91440"/>
            <a:ext cx="5394960" cy="6446520"/>
          </a:xfrm>
          <a:prstGeom prst="rect">
            <a:avLst/>
          </a:prstGeom>
        </p:spPr>
      </p:pic>
      <p:pic>
        <p:nvPicPr>
          <p:cNvPr id="3" name="Image 1" descr="/home/claude/work/netflix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5815" y="347472"/>
            <a:ext cx="960120" cy="25694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12070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the Streaming Landscape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548640" y="23317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41248" y="2624328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0" name="Image 2" descr="/home/claude/work/icons/tv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816" y="2690896"/>
            <a:ext cx="378927" cy="37892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54480" y="25877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Netflix?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41248" y="3264408"/>
            <a:ext cx="4672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leading global streaming platform offering thousands of movies and TV shows across genres and countries.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6172200" y="23317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464808" y="2624328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5" name="Image 3" descr="/home/claude/work/icons/chartba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1376" y="2690896"/>
            <a:ext cx="378927" cy="37892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178040" y="25877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Content Analysis Matters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6464808" y="3264408"/>
            <a:ext cx="4672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Understanding content trends helps identify what audiences watch, when, and why.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548640" y="43891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841248" y="4681728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0" name="Image 4" descr="/home/claude/work/icons/graphup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816" y="4748296"/>
            <a:ext cx="378927" cy="378927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54480" y="46451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Businesses Analyze Streaming Data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841248" y="5321808"/>
            <a:ext cx="4672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Data-driven insights guide content acquisition, marketing, and regional strategy decisions.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172200" y="4389120"/>
            <a:ext cx="5257800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6464808" y="4681728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5" name="Image 5" descr="/home/claude/work/icons/bullsey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1376" y="4748296"/>
            <a:ext cx="378927" cy="378927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78040" y="4645152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 of This Project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6464808" y="5321808"/>
            <a:ext cx="467258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 explore Netflix's catalog using Power BI and uncover key patterns in genres, ratings, and release trends.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N_watermark_blurr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778240" y="91440"/>
            <a:ext cx="5394960" cy="6446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12070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Scope, Objectives &amp; Skills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548640" y="233172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22960" y="2468880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0" name="Image 2" descr="/home/claude/work/icons/chartarea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2528316"/>
            <a:ext cx="338328" cy="3383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1508760" y="2679192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Netflix Movies &amp; TV Shows  (Kaggle)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3429000"/>
            <a:ext cx="5989320" cy="2697480"/>
          </a:xfrm>
          <a:prstGeom prst="roundRect">
            <a:avLst>
              <a:gd name="adj" fmla="val 3051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868680" y="3685032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68680" y="4251960"/>
            <a:ext cx="100584" cy="10058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1"/>
          <p:cNvSpPr/>
          <p:nvPr/>
        </p:nvSpPr>
        <p:spPr>
          <a:xfrm>
            <a:off x="1097280" y="4151376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 content by country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868680" y="4654296"/>
            <a:ext cx="100584" cy="10058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8" name="Text 13"/>
          <p:cNvSpPr/>
          <p:nvPr/>
        </p:nvSpPr>
        <p:spPr>
          <a:xfrm>
            <a:off x="1097280" y="4553712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Genre analysis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868680" y="5056632"/>
            <a:ext cx="100584" cy="10058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0" name="Text 15"/>
          <p:cNvSpPr/>
          <p:nvPr/>
        </p:nvSpPr>
        <p:spPr>
          <a:xfrm>
            <a:off x="1097280" y="4956048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Ratings analysis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68680" y="5458968"/>
            <a:ext cx="100584" cy="10058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2" name="Text 17"/>
          <p:cNvSpPr/>
          <p:nvPr/>
        </p:nvSpPr>
        <p:spPr>
          <a:xfrm>
            <a:off x="1097280" y="5358384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Release trends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68680" y="5861304"/>
            <a:ext cx="100584" cy="10058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4" name="Text 19"/>
          <p:cNvSpPr/>
          <p:nvPr/>
        </p:nvSpPr>
        <p:spPr>
          <a:xfrm>
            <a:off x="1097280" y="5760720"/>
            <a:ext cx="5074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Movies vs TV Shows comparison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6812280" y="3429000"/>
            <a:ext cx="4800600" cy="2697480"/>
          </a:xfrm>
          <a:prstGeom prst="roundRect">
            <a:avLst>
              <a:gd name="adj" fmla="val 3051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7132320" y="3685032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 SKILLS USED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132320" y="4297680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1A1A1A"/>
          </a:solidFill>
          <a:ln w="9525">
            <a:solidFill>
              <a:srgbClr val="E50914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132320" y="4297680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Cleaning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7132320" y="4864608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1A1A1A"/>
          </a:solidFill>
          <a:ln w="9525">
            <a:solidFill>
              <a:srgbClr val="E50914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132320" y="4864608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Visualization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7132320" y="5431536"/>
            <a:ext cx="4160520" cy="420624"/>
          </a:xfrm>
          <a:prstGeom prst="roundRect">
            <a:avLst>
              <a:gd name="adj" fmla="val 13043"/>
            </a:avLst>
          </a:prstGeom>
          <a:solidFill>
            <a:srgbClr val="1A1A1A"/>
          </a:solidFill>
          <a:ln w="9525">
            <a:solidFill>
              <a:srgbClr val="E50914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7132320" y="5431536"/>
            <a:ext cx="41605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Cards</a:t>
            </a:r>
            <a:endParaRPr lang="en-US" sz="1400" dirty="0"/>
          </a:p>
        </p:txBody>
      </p:sp>
      <p:pic>
        <p:nvPicPr>
          <p:cNvPr id="33" name="Image 1" descr="/home/claude/work/netflix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5815" y="347472"/>
            <a:ext cx="960120" cy="2569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N_watermark_blurr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778240" y="91440"/>
            <a:ext cx="5394960" cy="6446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&amp; TECHNOLOGIES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12070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With Power BI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548640" y="2286000"/>
            <a:ext cx="2084832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362456" y="2542032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0" name="Image 2" descr="/home/claude/work/icons/dashboard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1892" y="2601468"/>
            <a:ext cx="338328" cy="33832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6656" y="31272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BI Desktop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76656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platform for building the dashboard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2770632" y="2286000"/>
            <a:ext cx="2084832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3584448" y="2542032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5" name="Image 3" descr="/home/claude/work/icons/filte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3884" y="2601468"/>
            <a:ext cx="338328" cy="33832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898648" y="31272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Power Query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2898648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to import and shape source data</a:t>
            </a:r>
            <a:endParaRPr lang="en-US" sz="950" dirty="0"/>
          </a:p>
        </p:txBody>
      </p:sp>
      <p:sp>
        <p:nvSpPr>
          <p:cNvPr id="18" name="Shape 12"/>
          <p:cNvSpPr/>
          <p:nvPr/>
        </p:nvSpPr>
        <p:spPr>
          <a:xfrm>
            <a:off x="4992624" y="2286000"/>
            <a:ext cx="2084832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806440" y="2542032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0" name="Image 4" descr="/home/claude/work/icons/broom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5876" y="2601468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20640" y="31272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5120640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Removed duplicates and null values</a:t>
            </a:r>
            <a:endParaRPr lang="en-US" sz="950" dirty="0"/>
          </a:p>
        </p:txBody>
      </p:sp>
      <p:sp>
        <p:nvSpPr>
          <p:cNvPr id="23" name="Shape 16"/>
          <p:cNvSpPr/>
          <p:nvPr/>
        </p:nvSpPr>
        <p:spPr>
          <a:xfrm>
            <a:off x="7214616" y="2286000"/>
            <a:ext cx="2084832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8028432" y="2542032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5" name="Image 5" descr="/home/claude/work/icons/exchang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7868" y="2601468"/>
            <a:ext cx="338328" cy="33832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342632" y="31272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Transformation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7342632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Reshaped fields for analysis</a:t>
            </a:r>
            <a:endParaRPr lang="en-US" sz="950" dirty="0"/>
          </a:p>
        </p:txBody>
      </p:sp>
      <p:sp>
        <p:nvSpPr>
          <p:cNvPr id="28" name="Shape 20"/>
          <p:cNvSpPr/>
          <p:nvPr/>
        </p:nvSpPr>
        <p:spPr>
          <a:xfrm>
            <a:off x="9436608" y="2286000"/>
            <a:ext cx="2084832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9" name="Shape 21"/>
          <p:cNvSpPr/>
          <p:nvPr/>
        </p:nvSpPr>
        <p:spPr>
          <a:xfrm>
            <a:off x="10250424" y="2542032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30" name="Image 6" descr="/home/claude/work/icons/chartbar2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09860" y="2601468"/>
            <a:ext cx="338328" cy="338328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9564624" y="312724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Cards</a:t>
            </a:r>
            <a:endParaRPr lang="en-US" sz="1250" dirty="0"/>
          </a:p>
        </p:txBody>
      </p:sp>
      <p:sp>
        <p:nvSpPr>
          <p:cNvPr id="32" name="Text 23"/>
          <p:cNvSpPr/>
          <p:nvPr/>
        </p:nvSpPr>
        <p:spPr>
          <a:xfrm>
            <a:off x="9564624" y="35661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Highlighted key summary metrics</a:t>
            </a:r>
            <a:endParaRPr lang="en-US" sz="950" dirty="0"/>
          </a:p>
        </p:txBody>
      </p:sp>
      <p:sp>
        <p:nvSpPr>
          <p:cNvPr id="33" name="Shape 24"/>
          <p:cNvSpPr/>
          <p:nvPr/>
        </p:nvSpPr>
        <p:spPr>
          <a:xfrm>
            <a:off x="548640" y="4251960"/>
            <a:ext cx="2084832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4" name="Shape 25"/>
          <p:cNvSpPr/>
          <p:nvPr/>
        </p:nvSpPr>
        <p:spPr>
          <a:xfrm>
            <a:off x="1362456" y="4507992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35" name="Image 7" descr="/home/claude/work/icons/chartbar2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21892" y="4567428"/>
            <a:ext cx="338328" cy="33832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676656" y="5093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Bar Charts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676656" y="5532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Compared ratings and genres</a:t>
            </a:r>
            <a:endParaRPr lang="en-US" sz="950" dirty="0"/>
          </a:p>
        </p:txBody>
      </p:sp>
      <p:sp>
        <p:nvSpPr>
          <p:cNvPr id="38" name="Shape 28"/>
          <p:cNvSpPr/>
          <p:nvPr/>
        </p:nvSpPr>
        <p:spPr>
          <a:xfrm>
            <a:off x="2770632" y="4251960"/>
            <a:ext cx="2084832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3584448" y="4507992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40" name="Image 8" descr="/home/claude/work/icons/map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3884" y="4567428"/>
            <a:ext cx="338328" cy="338328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2898648" y="5093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Filled Map</a:t>
            </a:r>
            <a:endParaRPr lang="en-US" sz="1250" dirty="0"/>
          </a:p>
        </p:txBody>
      </p:sp>
      <p:sp>
        <p:nvSpPr>
          <p:cNvPr id="42" name="Text 31"/>
          <p:cNvSpPr/>
          <p:nvPr/>
        </p:nvSpPr>
        <p:spPr>
          <a:xfrm>
            <a:off x="2898648" y="5532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Showed content by country</a:t>
            </a:r>
            <a:endParaRPr lang="en-US" sz="950" dirty="0"/>
          </a:p>
        </p:txBody>
      </p:sp>
      <p:sp>
        <p:nvSpPr>
          <p:cNvPr id="43" name="Shape 32"/>
          <p:cNvSpPr/>
          <p:nvPr/>
        </p:nvSpPr>
        <p:spPr>
          <a:xfrm>
            <a:off x="4992624" y="4251960"/>
            <a:ext cx="2084832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4" name="Shape 33"/>
          <p:cNvSpPr/>
          <p:nvPr/>
        </p:nvSpPr>
        <p:spPr>
          <a:xfrm>
            <a:off x="5806440" y="4507992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45" name="Image 9" descr="/home/claude/work/icons/piechar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65876" y="4567428"/>
            <a:ext cx="338328" cy="338328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5120640" y="5093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Donut Chart</a:t>
            </a:r>
            <a:endParaRPr lang="en-US" sz="1250" dirty="0"/>
          </a:p>
        </p:txBody>
      </p:sp>
      <p:sp>
        <p:nvSpPr>
          <p:cNvPr id="47" name="Text 35"/>
          <p:cNvSpPr/>
          <p:nvPr/>
        </p:nvSpPr>
        <p:spPr>
          <a:xfrm>
            <a:off x="5120640" y="5532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Movies vs TV Shows split</a:t>
            </a:r>
            <a:endParaRPr lang="en-US" sz="950" dirty="0"/>
          </a:p>
        </p:txBody>
      </p:sp>
      <p:sp>
        <p:nvSpPr>
          <p:cNvPr id="48" name="Shape 36"/>
          <p:cNvSpPr/>
          <p:nvPr/>
        </p:nvSpPr>
        <p:spPr>
          <a:xfrm>
            <a:off x="7214616" y="4251960"/>
            <a:ext cx="2084832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49" name="Shape 37"/>
          <p:cNvSpPr/>
          <p:nvPr/>
        </p:nvSpPr>
        <p:spPr>
          <a:xfrm>
            <a:off x="8028432" y="4507992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50" name="Image 10" descr="/home/claude/work/icons/chartarea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87868" y="4567428"/>
            <a:ext cx="338328" cy="338328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7342632" y="5093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Area Chart</a:t>
            </a:r>
            <a:endParaRPr lang="en-US" sz="1250" dirty="0"/>
          </a:p>
        </p:txBody>
      </p:sp>
      <p:sp>
        <p:nvSpPr>
          <p:cNvPr id="52" name="Text 39"/>
          <p:cNvSpPr/>
          <p:nvPr/>
        </p:nvSpPr>
        <p:spPr>
          <a:xfrm>
            <a:off x="7342632" y="5532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Visualized release-year trend</a:t>
            </a:r>
            <a:endParaRPr lang="en-US" sz="950" dirty="0"/>
          </a:p>
        </p:txBody>
      </p:sp>
      <p:sp>
        <p:nvSpPr>
          <p:cNvPr id="53" name="Shape 40"/>
          <p:cNvSpPr/>
          <p:nvPr/>
        </p:nvSpPr>
        <p:spPr>
          <a:xfrm>
            <a:off x="9436608" y="4251960"/>
            <a:ext cx="2084832" cy="1783080"/>
          </a:xfrm>
          <a:prstGeom prst="roundRect">
            <a:avLst>
              <a:gd name="adj" fmla="val 4615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54" name="Shape 41"/>
          <p:cNvSpPr/>
          <p:nvPr/>
        </p:nvSpPr>
        <p:spPr>
          <a:xfrm>
            <a:off x="10250424" y="4507992"/>
            <a:ext cx="457200" cy="45720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55" name="Image 11" descr="/home/claude/work/icons/sliders_whi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309860" y="4567428"/>
            <a:ext cx="338328" cy="338328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9564624" y="509320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Dashboard</a:t>
            </a:r>
            <a:endParaRPr lang="en-US" sz="1250" dirty="0"/>
          </a:p>
        </p:txBody>
      </p:sp>
      <p:sp>
        <p:nvSpPr>
          <p:cNvPr id="57" name="Text 43"/>
          <p:cNvSpPr/>
          <p:nvPr/>
        </p:nvSpPr>
        <p:spPr>
          <a:xfrm>
            <a:off x="9564624" y="5532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50" dirty="0">
                <a:solidFill>
                  <a:srgbClr val="B3B3B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 visuals with slicers</a:t>
            </a:r>
            <a:endParaRPr lang="en-US" sz="950" dirty="0"/>
          </a:p>
        </p:txBody>
      </p:sp>
      <p:pic>
        <p:nvPicPr>
          <p:cNvPr id="59" name="Image 1" descr="/home/claude/work/netflix_logo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865815" y="347472"/>
            <a:ext cx="960120" cy="2569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N_watermark_blurr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778240" y="91440"/>
            <a:ext cx="5394960" cy="6446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OVERVIEW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12070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Final Dashboard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548640" y="2331720"/>
            <a:ext cx="7406640" cy="4160520"/>
          </a:xfrm>
          <a:prstGeom prst="roundRect">
            <a:avLst>
              <a:gd name="adj" fmla="val 2198"/>
            </a:avLst>
          </a:prstGeom>
          <a:solidFill>
            <a:srgbClr val="0D0D0D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pic>
        <p:nvPicPr>
          <p:cNvPr id="9" name="Image 2" descr="/home/claude/work/dashboard_fla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13232" y="2496312"/>
            <a:ext cx="7077456" cy="383133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0" y="233172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FEATURES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8229600" y="2834640"/>
            <a:ext cx="3383280" cy="420624"/>
          </a:xfrm>
          <a:prstGeom prst="roundRect">
            <a:avLst>
              <a:gd name="adj" fmla="val 15217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430768" y="2994660"/>
            <a:ext cx="100584" cy="10058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3" name="Text 8"/>
          <p:cNvSpPr/>
          <p:nvPr/>
        </p:nvSpPr>
        <p:spPr>
          <a:xfrm>
            <a:off x="8668512" y="283464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KPI Cards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8229600" y="3383280"/>
            <a:ext cx="3383280" cy="420624"/>
          </a:xfrm>
          <a:prstGeom prst="roundRect">
            <a:avLst>
              <a:gd name="adj" fmla="val 15217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8430768" y="3543300"/>
            <a:ext cx="100584" cy="10058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1"/>
          <p:cNvSpPr/>
          <p:nvPr/>
        </p:nvSpPr>
        <p:spPr>
          <a:xfrm>
            <a:off x="8668512" y="338328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 by Country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229600" y="3931920"/>
            <a:ext cx="3383280" cy="420624"/>
          </a:xfrm>
          <a:prstGeom prst="roundRect">
            <a:avLst>
              <a:gd name="adj" fmla="val 15217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430768" y="4091940"/>
            <a:ext cx="100584" cy="10058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9" name="Text 14"/>
          <p:cNvSpPr/>
          <p:nvPr/>
        </p:nvSpPr>
        <p:spPr>
          <a:xfrm>
            <a:off x="8668512" y="393192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Genre Analysis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8229600" y="4480560"/>
            <a:ext cx="3383280" cy="420624"/>
          </a:xfrm>
          <a:prstGeom prst="roundRect">
            <a:avLst>
              <a:gd name="adj" fmla="val 15217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430768" y="4640580"/>
            <a:ext cx="100584" cy="10058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2" name="Text 17"/>
          <p:cNvSpPr/>
          <p:nvPr/>
        </p:nvSpPr>
        <p:spPr>
          <a:xfrm>
            <a:off x="8668512" y="448056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Ratings Analysis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229600" y="5029200"/>
            <a:ext cx="3383280" cy="420624"/>
          </a:xfrm>
          <a:prstGeom prst="roundRect">
            <a:avLst>
              <a:gd name="adj" fmla="val 15217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430768" y="5189220"/>
            <a:ext cx="100584" cy="10058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5" name="Text 20"/>
          <p:cNvSpPr/>
          <p:nvPr/>
        </p:nvSpPr>
        <p:spPr>
          <a:xfrm>
            <a:off x="8668512" y="502920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Movies vs TV Shows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8229600" y="5577840"/>
            <a:ext cx="3383280" cy="420624"/>
          </a:xfrm>
          <a:prstGeom prst="roundRect">
            <a:avLst>
              <a:gd name="adj" fmla="val 15217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430768" y="5737860"/>
            <a:ext cx="100584" cy="10058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8" name="Text 23"/>
          <p:cNvSpPr/>
          <p:nvPr/>
        </p:nvSpPr>
        <p:spPr>
          <a:xfrm>
            <a:off x="8668512" y="5577840"/>
            <a:ext cx="28346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Release Trend</a:t>
            </a:r>
            <a:endParaRPr lang="en-US" sz="1300" dirty="0"/>
          </a:p>
        </p:txBody>
      </p:sp>
      <p:pic>
        <p:nvPicPr>
          <p:cNvPr id="29" name="Image 1" descr="/home/claude/work/netflix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5815" y="347472"/>
            <a:ext cx="960120" cy="25694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N_watermark_blurr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778240" y="91440"/>
            <a:ext cx="5394960" cy="6446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12070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the Data Tells Us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548640" y="26060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316736" y="297180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0" name="Image 2" descr="/home/claude/work/icons/fil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059" y="3043123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3840480"/>
            <a:ext cx="16824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Movies dominate Netflix content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816352" y="26060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584448" y="297180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4" name="Image 3" descr="/home/claude/work/icons/star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5771" y="3043123"/>
            <a:ext cx="405994" cy="4059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017520" y="3840480"/>
            <a:ext cx="16824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TV-MA is the most common rating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084064" y="26060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852160" y="297180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8" name="Image 4" descr="/home/claude/work/icons/moviefilter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3483" y="3043123"/>
            <a:ext cx="405994" cy="40599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85232" y="3840480"/>
            <a:ext cx="16824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Drama is the leading genre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7351776" y="26060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119872" y="297180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2" name="Image 5" descr="/home/claude/work/icons/glob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195" y="3043123"/>
            <a:ext cx="405994" cy="40599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552944" y="3840480"/>
            <a:ext cx="16824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USA contains the highest number of titles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9619488" y="26060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0387584" y="297180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6" name="Image 6" descr="/home/claude/work/icons/trending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8907" y="3043123"/>
            <a:ext cx="405994" cy="40599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820656" y="3840480"/>
            <a:ext cx="16824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Netflix content increased rapidly after 2015</a:t>
            </a:r>
            <a:endParaRPr lang="en-US" sz="1400" dirty="0"/>
          </a:p>
        </p:txBody>
      </p:sp>
      <p:pic>
        <p:nvPicPr>
          <p:cNvPr id="28" name="Image 1" descr="/home/claude/work/netflix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5815" y="347472"/>
            <a:ext cx="960120" cy="2569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N_watermark_blurr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778240" y="91440"/>
            <a:ext cx="5394960" cy="6446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VALUE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12070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Dashboard Matters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548640" y="26060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1316736" y="297180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0" name="Image 2" descr="/home/claude/work/icons/users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8059" y="3043123"/>
            <a:ext cx="405994" cy="40599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49808" y="3840480"/>
            <a:ext cx="16824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Helps understand audience preferences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2816352" y="26060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3584448" y="297180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4" name="Image 3" descr="/home/claude/work/icons/briefc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5771" y="3043123"/>
            <a:ext cx="405994" cy="40599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017520" y="3840480"/>
            <a:ext cx="16824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content acquisition decisions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5084064" y="26060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5852160" y="297180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8" name="Image 4" descr="/home/claude/work/icons/map2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23483" y="3043123"/>
            <a:ext cx="405994" cy="40599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285232" y="3840480"/>
            <a:ext cx="16824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Identifies regional content distribution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7351776" y="26060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119872" y="297180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2" name="Image 5" descr="/home/claude/work/icons/c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195" y="3043123"/>
            <a:ext cx="405994" cy="40599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552944" y="3840480"/>
            <a:ext cx="16824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Tracks release trends over time</a:t>
            </a:r>
            <a:endParaRPr lang="en-US" sz="1400" dirty="0"/>
          </a:p>
        </p:txBody>
      </p:sp>
      <p:sp>
        <p:nvSpPr>
          <p:cNvPr id="24" name="Shape 16"/>
          <p:cNvSpPr/>
          <p:nvPr/>
        </p:nvSpPr>
        <p:spPr>
          <a:xfrm>
            <a:off x="9619488" y="26060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141414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10387584" y="2971800"/>
            <a:ext cx="548640" cy="548640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6" name="Image 6" descr="/home/claude/work/icons/bullseye2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58907" y="3043123"/>
            <a:ext cx="405994" cy="40599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820656" y="3840480"/>
            <a:ext cx="168249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Enables data-driven business decisions</a:t>
            </a:r>
            <a:endParaRPr lang="en-US" sz="1400" dirty="0"/>
          </a:p>
        </p:txBody>
      </p:sp>
      <p:pic>
        <p:nvPicPr>
          <p:cNvPr id="28" name="Image 1" descr="/home/claude/work/netflix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65815" y="347472"/>
            <a:ext cx="960120" cy="25694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N_watermark_blurred.png"/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8778240" y="91440"/>
            <a:ext cx="5394960" cy="64465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9601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5091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548640" y="120700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 smtClean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 Conclusion</a:t>
            </a:r>
            <a:endParaRPr lang="en-US" sz="3400" dirty="0"/>
          </a:p>
        </p:txBody>
      </p:sp>
      <p:sp>
        <p:nvSpPr>
          <p:cNvPr id="8" name="Shape 4"/>
          <p:cNvSpPr/>
          <p:nvPr/>
        </p:nvSpPr>
        <p:spPr>
          <a:xfrm>
            <a:off x="548640" y="260604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41248" y="2756916"/>
            <a:ext cx="475488" cy="475488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0" name="Image 2" descr="/home/claude/work/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61" y="2818729"/>
            <a:ext cx="351861" cy="35186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600200" y="2606040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Interactive dashboard for Netflix content exploration.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548640" y="3493008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841248" y="3643884"/>
            <a:ext cx="475488" cy="475488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4" name="Image 3" descr="/home/claude/work/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61" y="3705697"/>
            <a:ext cx="351861" cy="351861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3493008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Demonstrates practical Power BI skills.</a:t>
            </a:r>
            <a:endParaRPr lang="en-US" sz="1700" dirty="0"/>
          </a:p>
        </p:txBody>
      </p:sp>
      <p:sp>
        <p:nvSpPr>
          <p:cNvPr id="16" name="Shape 10"/>
          <p:cNvSpPr/>
          <p:nvPr/>
        </p:nvSpPr>
        <p:spPr>
          <a:xfrm>
            <a:off x="548640" y="4379976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41248" y="4530852"/>
            <a:ext cx="475488" cy="475488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18" name="Image 4" descr="/home/claude/work/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61" y="4592665"/>
            <a:ext cx="351861" cy="35186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600200" y="4379976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Enables data-driven content analysis.</a:t>
            </a:r>
            <a:endParaRPr lang="en-US" sz="1700" dirty="0"/>
          </a:p>
        </p:txBody>
      </p:sp>
      <p:sp>
        <p:nvSpPr>
          <p:cNvPr id="20" name="Shape 13"/>
          <p:cNvSpPr/>
          <p:nvPr/>
        </p:nvSpPr>
        <p:spPr>
          <a:xfrm>
            <a:off x="548640" y="5266944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1A1A1A"/>
          </a:solidFill>
          <a:ln/>
          <a:effectLst>
            <a:outerShdw blurRad="127000" dist="38100" dir="5400000" algn="bl" rotWithShape="0">
              <a:srgbClr val="000000">
                <a:alpha val="45000"/>
              </a:srgbClr>
            </a:outerShdw>
          </a:effectLst>
        </p:spPr>
      </p:sp>
      <p:sp>
        <p:nvSpPr>
          <p:cNvPr id="21" name="Shape 14"/>
          <p:cNvSpPr/>
          <p:nvPr/>
        </p:nvSpPr>
        <p:spPr>
          <a:xfrm>
            <a:off x="841248" y="5417820"/>
            <a:ext cx="475488" cy="475488"/>
          </a:xfrm>
          <a:prstGeom prst="ellipse">
            <a:avLst/>
          </a:prstGeom>
          <a:solidFill>
            <a:srgbClr val="E50914"/>
          </a:solidFill>
          <a:ln/>
        </p:spPr>
      </p:sp>
      <p:pic>
        <p:nvPicPr>
          <p:cNvPr id="22" name="Image 5" descr="/home/claude/work/icons/bullsey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061" y="5479633"/>
            <a:ext cx="351861" cy="351861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600200" y="5266944"/>
            <a:ext cx="9692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Supports better business decisions.</a:t>
            </a:r>
            <a:endParaRPr lang="en-US" sz="1700" dirty="0"/>
          </a:p>
        </p:txBody>
      </p:sp>
      <p:pic>
        <p:nvPicPr>
          <p:cNvPr id="24" name="Image 1" descr="/home/claude/work/netflix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5815" y="347472"/>
            <a:ext cx="960120" cy="25694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big_N_transparent.png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7452360" y="-502920"/>
            <a:ext cx="5532120" cy="661111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278892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kern="0" spc="1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8000" dirty="0"/>
          </a:p>
        </p:txBody>
      </p:sp>
      <p:pic>
        <p:nvPicPr>
          <p:cNvPr id="7" name="Image 1" descr="/home/claude/work/netflix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7472"/>
            <a:ext cx="960120" cy="2569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350</Words>
  <Application>Microsoft Office PowerPoint</Application>
  <PresentationFormat>Widescreen</PresentationFormat>
  <Paragraphs>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Administrator</cp:lastModifiedBy>
  <cp:revision>8</cp:revision>
  <dcterms:created xsi:type="dcterms:W3CDTF">2026-07-10T19:35:23Z</dcterms:created>
  <dcterms:modified xsi:type="dcterms:W3CDTF">2026-07-11T04:02:41Z</dcterms:modified>
</cp:coreProperties>
</file>